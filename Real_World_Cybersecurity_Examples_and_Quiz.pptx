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Real-World Cybersecurity Examples and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Vinoth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Bangladesh Bank Heist (2016)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Hackers used spear phishing and malware to infiltrate the Bangladesh Central Bank's SWIFT payment system, attempting to fraudulently transfer nearly $1 billion, successfully stealing about $81 million before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NotPetya Ransomware (2017)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destructive ransomware attack that disguised itself as typical ransomware but irreversibly destroyed data, affecting organizations worldwide, especially in Ukraine, causing over $10 billion in 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Twitter Bitcoin Scam (2020)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accessed Twitter’s internal systems through social engineering of employees, posting tweets from high-profile accounts soliciting Bitcoin with promises of doubling payments, scamming many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Anthem Data Breach (2015)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 insurer Anthem suffered a phishing-based attack compromising personal data of 79 million people, costing $230 million in remediation and lawsuits.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method was primarily used to initiate the Bangladesh Bank Heist attack?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Social Engineering</a:t>
            </a:r>
          </a:p>
          <a:p>
            <a:r>
              <a:t>B) Spear Phishing Email</a:t>
            </a:r>
          </a:p>
          <a:p>
            <a:r>
              <a:t>C) Denial of Service</a:t>
            </a:r>
          </a:p>
          <a:p>
            <a:r>
              <a:t>D) SQL Injection</a:t>
            </a:r>
          </a:p>
          <a:p/>
          <a:p>
            <a:r>
              <a:t>Answer: B</a:t>
            </a:r>
          </a:p>
          <a:p>
            <a:r>
              <a:t>Explanation: Spear phishing emails with malware were used to gain access to the bank's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Yahoo Data Breach (2013–2014)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recorded data breach affecting 3 billion accounts, exposing names, passwords, and more. The breach was state-sponsored and had far-reaching impacts on personal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Which ransomware attack in 2017 damaged data irreversibly, masquerading as typical ransomware?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WannaCry</a:t>
            </a:r>
          </a:p>
          <a:p>
            <a:r>
              <a:t>B) Locky</a:t>
            </a:r>
          </a:p>
          <a:p>
            <a:r>
              <a:t>C) NotPetya</a:t>
            </a:r>
          </a:p>
          <a:p>
            <a:r>
              <a:t>D) CryptoLocker</a:t>
            </a:r>
          </a:p>
          <a:p/>
          <a:p>
            <a:r>
              <a:t>Answer: C</a:t>
            </a:r>
          </a:p>
          <a:p>
            <a:r>
              <a:t>Explanation: NotPetya encrypted and destroyed victims' data without any option for recovery.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How did attackers manage to post fake Bitcoin solicitations on Twitter in 2020?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Hacked User Passwords</a:t>
            </a:r>
          </a:p>
          <a:p>
            <a:r>
              <a:t>B) Exploited Twitter API</a:t>
            </a:r>
          </a:p>
          <a:p>
            <a:r>
              <a:t>C) Social Engineered Employees</a:t>
            </a:r>
          </a:p>
          <a:p>
            <a:r>
              <a:t>D) Malware on User Devices</a:t>
            </a:r>
          </a:p>
          <a:p/>
          <a:p>
            <a:r>
              <a:t>Answer: C</a:t>
            </a:r>
          </a:p>
          <a:p>
            <a:r>
              <a:t>Explanation: Attackers impersonated Twitter employees to gain internal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sector was severely hit by the Anthem data breach?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Banking</a:t>
            </a:r>
          </a:p>
          <a:p>
            <a:r>
              <a:t>B) Healthcare</a:t>
            </a:r>
          </a:p>
          <a:p>
            <a:r>
              <a:t>C) Retail</a:t>
            </a:r>
          </a:p>
          <a:p>
            <a:r>
              <a:t>D) Government</a:t>
            </a:r>
          </a:p>
          <a:p/>
          <a:p>
            <a:r>
              <a:t>Answer: B</a:t>
            </a:r>
          </a:p>
          <a:p>
            <a:r>
              <a:t>Explanation: Anthem, a large health insurer, had personal and medical data compromised.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was the scale of the Yahoo data breach impacting personal data?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100 million accounts</a:t>
            </a:r>
          </a:p>
          <a:p>
            <a:r>
              <a:t>B) 3 billion accounts</a:t>
            </a:r>
          </a:p>
          <a:p>
            <a:r>
              <a:t>C) 500 million accounts</a:t>
            </a:r>
          </a:p>
          <a:p>
            <a:r>
              <a:t>D) 1 billion accounts</a:t>
            </a:r>
          </a:p>
          <a:p/>
          <a:p>
            <a:r>
              <a:t>Answer: B</a:t>
            </a:r>
          </a:p>
          <a:p>
            <a:r>
              <a:t>Explanation: Over 3 billion user accounts were compromised in this breach.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Which of the following is the safest way to verify legitimacy of an email from your bank?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Click the link in the email</a:t>
            </a:r>
          </a:p>
          <a:p>
            <a:r>
              <a:t>B) Call the bank using official website number</a:t>
            </a:r>
          </a:p>
          <a:p>
            <a:r>
              <a:t>C) Reply to the email for confirmation</a:t>
            </a:r>
          </a:p>
          <a:p>
            <a:r>
              <a:t>D) Forward email to contacts</a:t>
            </a:r>
          </a:p>
          <a:p/>
          <a:p>
            <a:r>
              <a:t>Answer: B</a:t>
            </a:r>
          </a:p>
          <a:p>
            <a:r>
              <a:t>Explanation: Calling official numbers prevents phishing and fraud.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is the first step after detecting ransomware on your network?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845" y="1417955"/>
            <a:ext cx="8229600" cy="5953125"/>
          </a:xfrm>
        </p:spPr>
        <p:txBody>
          <a:bodyPr/>
          <a:lstStyle/>
          <a:p>
            <a:r>
              <a:t>A) Pay the ransom</a:t>
            </a:r>
          </a:p>
          <a:p>
            <a:r>
              <a:t>B) Disconnect affected devices from the network</a:t>
            </a:r>
          </a:p>
          <a:p>
            <a:r>
              <a:t>C) Delete encrypted files</a:t>
            </a:r>
          </a:p>
          <a:p>
            <a:r>
              <a:t>D) Go public on social media</a:t>
            </a:r>
          </a:p>
          <a:p/>
          <a:p>
            <a:r>
              <a:t>Answer: B</a:t>
            </a:r>
          </a:p>
          <a:p>
            <a:r>
              <a:t>Explanation: Disconnecting limits spread; paying ransom often doesn't guarantee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Which of the following best improves security hygiene?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Ignoring software updates</a:t>
            </a:r>
          </a:p>
          <a:p>
            <a:r>
              <a:t>B) Regularly updating software</a:t>
            </a:r>
          </a:p>
          <a:p>
            <a:r>
              <a:t>C) Using same password everywhere</a:t>
            </a:r>
          </a:p>
          <a:p>
            <a:r>
              <a:t>D) Disabling antivirus</a:t>
            </a:r>
          </a:p>
          <a:p/>
          <a:p>
            <a:r>
              <a:t>Answer: B</a:t>
            </a:r>
          </a:p>
          <a:p>
            <a:r>
              <a:t>Explanation: Updates patch vulnerabilities and reduce attack surface.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Upon receiving a suspicious email attachment from a known colleague, what is the best course of action?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Open the attachment immediately</a:t>
            </a:r>
          </a:p>
          <a:p>
            <a:r>
              <a:t>B) Contact colleague by other means to verify</a:t>
            </a:r>
          </a:p>
          <a:p>
            <a:r>
              <a:t>C) Reply to the suspicious email</a:t>
            </a:r>
          </a:p>
          <a:p>
            <a:r>
              <a:t>D) Ignore and delete</a:t>
            </a:r>
          </a:p>
          <a:p/>
          <a:p>
            <a:r>
              <a:t>Answer: B</a:t>
            </a:r>
          </a:p>
          <a:p>
            <a:r>
              <a:t>Explanation: Verifying through another channel prevents infection.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does spear phishing typically target?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Mass unsolicited emails</a:t>
            </a:r>
          </a:p>
          <a:p>
            <a:r>
              <a:t>B) Specific individuals with tailored emails</a:t>
            </a:r>
          </a:p>
          <a:p>
            <a:r>
              <a:t>C) Network infrastructure</a:t>
            </a:r>
          </a:p>
          <a:p>
            <a:r>
              <a:t>D) Public Wi-Fi networks</a:t>
            </a:r>
          </a:p>
          <a:p/>
          <a:p>
            <a:r>
              <a:t>Answer: B</a:t>
            </a:r>
          </a:p>
          <a:p>
            <a:r>
              <a:t>Explanation: Spear phishing targets specific people with convincing emails.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3737</Words>
  <Application>WPS Presentation</Application>
  <PresentationFormat>On-screen Show (4:3)</PresentationFormat>
  <Paragraphs>124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Real-World Cybersecurity Examples and Quiz</vt:lpstr>
      <vt:lpstr>Bangladesh Bank Heist (2016)</vt:lpstr>
      <vt:lpstr>NotPetya Ransomware (2017)</vt:lpstr>
      <vt:lpstr>Twitter Bitcoin Scam (2020)</vt:lpstr>
      <vt:lpstr>Anthem Data Breach (2015)</vt:lpstr>
      <vt:lpstr>What method was primarily used to initiate the Bangladesh Bank Heist attack?</vt:lpstr>
      <vt:lpstr>Yahoo Data Breach (2013–2014)</vt:lpstr>
      <vt:lpstr>Which ransomware attack in 2017 damaged data irreversibly, masquerading as typical ransomware?</vt:lpstr>
      <vt:lpstr>How did attackers manage to post fake Bitcoin solicitations on Twitter in 2020?</vt:lpstr>
      <vt:lpstr>What sector was severely hit by the Anthem data breach?</vt:lpstr>
      <vt:lpstr>What was the scale of the Yahoo data breach impacting personal data?</vt:lpstr>
      <vt:lpstr>Which of the following is the safest way to verify legitimacy of an email from your bank?</vt:lpstr>
      <vt:lpstr>What is the first step after detecting ransomware on your network?</vt:lpstr>
      <vt:lpstr>Which of the following best improves security hygiene?</vt:lpstr>
      <vt:lpstr>Upon receiving a suspicious email attachment from a known colleague, what is the best course of action?</vt:lpstr>
      <vt:lpstr>What does spear phishing typically target?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Vinoth kumar</cp:lastModifiedBy>
  <cp:revision>2</cp:revision>
  <dcterms:created xsi:type="dcterms:W3CDTF">2013-01-27T09:14:00Z</dcterms:created>
  <dcterms:modified xsi:type="dcterms:W3CDTF">2025-10-31T11:03:12Z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9640C3E60DE44CA3B39C4074B905C071_12</vt:lpwstr>
  </property>
  <property fmtid="{D5CDD505-2E9C-101B-9397-08002B2CF9AE}" pid="3" name="KSOProductBuildVer">
    <vt:lpwstr>1033-12.2.0.22549</vt:lpwstr>
  </property>
</Properties>
</file>